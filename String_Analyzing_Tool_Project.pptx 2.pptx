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1196975"/>
            <a:ext cx="8207375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2422525"/>
            <a:ext cx="8212138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ym typeface="+mn-ea"/>
              </a:rPr>
              <a:t>String Analyzing Tool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String Analyzing Tool is a software application</a:t>
            </a:r>
          </a:p>
          <a:p>
            <a:pPr lvl="1"/>
            <a:r>
              <a:t>Used to analyze and process text strings</a:t>
            </a:r>
          </a:p>
          <a:p>
            <a:pPr lvl="1"/>
            <a:r>
              <a:t>Helps in extracting useful information from text</a:t>
            </a:r>
          </a:p>
          <a:p>
            <a:pPr lvl="1"/>
            <a:r>
              <a:t>Commonly used in programming and data processing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string analysis is time-consuming</a:t>
            </a:r>
          </a:p>
          <a:p>
            <a:pPr lvl="1"/>
            <a:r>
              <a:t>Difficult to identify patterns in large text</a:t>
            </a:r>
          </a:p>
          <a:p>
            <a:pPr lvl="1"/>
            <a:r>
              <a:t>Need an automated and efficient solution</a:t>
            </a:r>
          </a:p>
          <a:p>
            <a:pPr lvl="1"/>
            <a:r>
              <a:t>Errors may occur in manual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input strings efficiently</a:t>
            </a:r>
          </a:p>
          <a:p>
            <a:pPr lvl="1"/>
            <a:r>
              <a:t>Count characters, words, and lines</a:t>
            </a:r>
          </a:p>
          <a:p>
            <a:pPr lvl="1"/>
            <a:r>
              <a:t>Check vowels, consonants, digits, and symbols</a:t>
            </a:r>
          </a:p>
          <a:p>
            <a:pPr lvl="1"/>
            <a:r>
              <a:t>Provide fast and accurate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Character count</a:t>
            </a:r>
          </a:p>
          <a:p>
            <a:pPr lvl="1"/>
            <a:r>
              <a:t>Word and sentence count</a:t>
            </a:r>
          </a:p>
          <a:p>
            <a:pPr lvl="1"/>
            <a:r>
              <a:t>Vowel and consonant analysis</a:t>
            </a:r>
          </a:p>
          <a:p>
            <a:pPr lvl="1"/>
            <a:r>
              <a:t>Digit and special character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Programming Language: Python / Java</a:t>
            </a:r>
          </a:p>
          <a:p>
            <a:pPr lvl="1"/>
            <a:r>
              <a:t>Frontend: HTML, CSS (if web-based)</a:t>
            </a:r>
          </a:p>
          <a:p>
            <a:pPr lvl="1"/>
            <a:r>
              <a:t>Backend Logic: String functions</a:t>
            </a:r>
          </a:p>
          <a:p>
            <a:pPr lvl="1"/>
            <a:r>
              <a:t>IDE: VS Code / Eclipse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enters a string as input</a:t>
            </a:r>
          </a:p>
          <a:p>
            <a:pPr lvl="1"/>
            <a:r>
              <a:t>System processes the string</a:t>
            </a:r>
          </a:p>
          <a:p>
            <a:pPr lvl="1"/>
            <a:r>
              <a:t>Different string operations are applied</a:t>
            </a:r>
          </a:p>
          <a:p>
            <a:pPr lvl="1"/>
            <a:r>
              <a:t>Results are displayed to the user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editors</a:t>
            </a:r>
          </a:p>
          <a:p>
            <a:pPr lvl="1"/>
            <a:r>
              <a:t>Data validation systems</a:t>
            </a:r>
          </a:p>
          <a:p>
            <a:pPr lvl="1"/>
            <a:r>
              <a:t>Educational projects</a:t>
            </a:r>
          </a:p>
          <a:p>
            <a:pPr lvl="1"/>
            <a:r>
              <a:t>Natural Language Processing basics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Saves time and effort</a:t>
            </a:r>
          </a:p>
          <a:p>
            <a:pPr lvl="1"/>
            <a:r>
              <a:t>Easy to use</a:t>
            </a:r>
          </a:p>
          <a:p>
            <a:pPr lvl="1"/>
            <a:r>
              <a:t>Accurate analysis</a:t>
            </a:r>
          </a:p>
          <a:p>
            <a:pPr lvl="1"/>
            <a:r>
              <a:t>Can handle large input 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Limited to basic string analysis</a:t>
            </a:r>
          </a:p>
          <a:p>
            <a:pPr lvl="1"/>
            <a:r>
              <a:t>Does not support advanced NLP</a:t>
            </a:r>
          </a:p>
          <a:p>
            <a:pPr lvl="1"/>
            <a:r>
              <a:t>Language-dependent in some cases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advanced text analysis features</a:t>
            </a:r>
          </a:p>
          <a:p>
            <a:pPr lvl="1"/>
            <a:r>
              <a:t>Support multiple languages</a:t>
            </a:r>
          </a:p>
          <a:p>
            <a:pPr lvl="1"/>
            <a:r>
              <a:t>Integrate with AI and NLP</a:t>
            </a:r>
          </a:p>
          <a:p>
            <a:pPr lvl="1"/>
            <a:r>
              <a:t>Improve user interface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235" y="190500"/>
            <a:ext cx="5536565" cy="582930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Conclusion</a:t>
            </a:r>
            <a:endParaRPr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>
                <a:ln/>
                <a:solidFill>
                  <a:schemeClr val="accent4"/>
                </a:solidFill>
                <a:effectLst/>
              </a:rPr>
              <a:t>String Analyzing Tool is a useful project</a:t>
            </a:r>
            <a:endParaRPr>
              <a:ln/>
              <a:solidFill>
                <a:schemeClr val="accent4"/>
              </a:solidFill>
              <a:effectLst/>
            </a:endParaRPr>
          </a:p>
          <a:p>
            <a:pPr lvl="1"/>
            <a:r>
              <a:rPr>
                <a:ln/>
                <a:solidFill>
                  <a:schemeClr val="accent4"/>
                </a:solidFill>
              </a:rPr>
              <a:t>Helps understand string operations clearly</a:t>
            </a:r>
            <a:endParaRPr>
              <a:ln/>
              <a:solidFill>
                <a:schemeClr val="accent4"/>
              </a:solidFill>
            </a:endParaRPr>
          </a:p>
          <a:p>
            <a:pPr lvl="1"/>
            <a:r>
              <a:rPr>
                <a:ln/>
                <a:solidFill>
                  <a:schemeClr val="accent4"/>
                </a:solidFill>
              </a:rPr>
              <a:t>Simple yet effective application</a:t>
            </a:r>
            <a:endParaRPr>
              <a:ln/>
              <a:solidFill>
                <a:schemeClr val="accent4"/>
              </a:solidFill>
            </a:endParaRPr>
          </a:p>
          <a:p>
            <a:pPr lvl="1"/>
            <a:r>
              <a:rPr>
                <a:ln/>
                <a:solidFill>
                  <a:schemeClr val="accent4"/>
                </a:solidFill>
              </a:rPr>
              <a:t>Good learning experience for beginners</a:t>
            </a:r>
            <a:endParaRPr>
              <a:ln/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1540</Words>
  <Application>WPS Presentation</Application>
  <PresentationFormat>On-screen Show (4:3)</PresentationFormat>
  <Paragraphs>80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Blue Waves</vt:lpstr>
      <vt:lpstr>String Analyzing Tool</vt:lpstr>
      <vt:lpstr>Introduction</vt:lpstr>
      <vt:lpstr>Problem Statement</vt:lpstr>
      <vt:lpstr>Objectives</vt:lpstr>
      <vt:lpstr>Features</vt:lpstr>
      <vt:lpstr>Technology Used</vt:lpstr>
      <vt:lpstr>Working of the System</vt:lpstr>
      <vt:lpstr>Applications</vt:lpstr>
      <vt:lpstr>Advantages</vt:lpstr>
      <vt:lpstr>Limitations</vt:lpstr>
      <vt:lpstr>Future Scope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Nikita Rajput</cp:lastModifiedBy>
  <cp:revision>2</cp:revision>
  <dcterms:created xsi:type="dcterms:W3CDTF">2013-01-27T09:14:00Z</dcterms:created>
  <dcterms:modified xsi:type="dcterms:W3CDTF">2026-02-10T04:19:26Z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F66FED6225B6421E9CE59707026CDE8D_13</vt:lpwstr>
  </property>
  <property fmtid="{D5CDD505-2E9C-101B-9397-08002B2CF9AE}" pid="3" name="KSOProductBuildVer">
    <vt:lpwstr>1033-12.9.0.21549</vt:lpwstr>
  </property>
</Properties>
</file>